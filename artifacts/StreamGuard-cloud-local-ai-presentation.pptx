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938f0af914d74" /><Relationship Type="http://schemas.openxmlformats.org/officeDocument/2006/relationships/extended-properties" Target="/docProps/app.xml" Id="R11c6f487368f403e" /><Relationship Type="http://schemas.openxmlformats.org/officeDocument/2006/relationships/officeDocument" Target="/ppt/presentation.xml" Id="Ra80a77f10454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c72fae6c14c85"/>
  </p:sldMasterIdLst>
  <p:notesMasterIdLst>
    <p:notesMasterId xmlns:r="http://schemas.openxmlformats.org/officeDocument/2006/relationships" r:id="R423beba563664bac"/>
  </p:notesMasterIdLst>
  <p:sldIdLst>
    <p:sldId xmlns:r="http://schemas.openxmlformats.org/officeDocument/2006/relationships" id="256" r:id="Rc5ca21b4c81846d2"/>
    <p:sldId xmlns:r="http://schemas.openxmlformats.org/officeDocument/2006/relationships" id="257" r:id="Rafe99026b6c3415f"/>
    <p:sldId xmlns:r="http://schemas.openxmlformats.org/officeDocument/2006/relationships" id="258" r:id="R39509c34654544fa"/>
    <p:sldId xmlns:r="http://schemas.openxmlformats.org/officeDocument/2006/relationships" id="259" r:id="Rc565d9c1bc624921"/>
    <p:sldId xmlns:r="http://schemas.openxmlformats.org/officeDocument/2006/relationships" id="260" r:id="R4412b1bbdffc4fb2"/>
    <p:sldId xmlns:r="http://schemas.openxmlformats.org/officeDocument/2006/relationships" id="261" r:id="Re1cfbdf50a8540f4"/>
    <p:sldId xmlns:r="http://schemas.openxmlformats.org/officeDocument/2006/relationships" id="262" r:id="R15487c3e054340a9"/>
    <p:sldId xmlns:r="http://schemas.openxmlformats.org/officeDocument/2006/relationships" id="263" r:id="Ra540172e24164c06"/>
    <p:sldId xmlns:r="http://schemas.openxmlformats.org/officeDocument/2006/relationships" id="264" r:id="R7e8458de8a5e4e50"/>
    <p:sldId xmlns:r="http://schemas.openxmlformats.org/officeDocument/2006/relationships" id="265" r:id="R92346c6162214cb2"/>
    <p:sldId xmlns:r="http://schemas.openxmlformats.org/officeDocument/2006/relationships" id="266" r:id="R50706c74515e449a"/>
    <p:sldId xmlns:r="http://schemas.openxmlformats.org/officeDocument/2006/relationships" id="267" r:id="R29b3bd1fce3a4868"/>
    <p:sldId xmlns:r="http://schemas.openxmlformats.org/officeDocument/2006/relationships" id="268" r:id="R50a7c22e34fa46e7"/>
    <p:sldId xmlns:r="http://schemas.openxmlformats.org/officeDocument/2006/relationships" id="269" r:id="R195fa5df3a10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86c46d30494f86" /><Relationship Type="http://schemas.openxmlformats.org/officeDocument/2006/relationships/slideMaster" Target="/ppt/slideMasters/slideMaster1.xml" Id="R3dfc72fae6c14c85" /><Relationship Type="http://schemas.openxmlformats.org/officeDocument/2006/relationships/notesMaster" Target="/ppt/notesMasters/notesMaster1.xml" Id="R423beba563664bac" /><Relationship Type="http://schemas.openxmlformats.org/officeDocument/2006/relationships/presProps" Target="/ppt/presProps.xml" Id="R3dd1efee16154239" /><Relationship Type="http://schemas.openxmlformats.org/officeDocument/2006/relationships/tableStyles" Target="/ppt/tableStyles.xml" Id="Rbf2491a656834d10" /><Relationship Type="http://schemas.openxmlformats.org/officeDocument/2006/relationships/slide" Target="/ppt/slides/slide1.xml" Id="Rc5ca21b4c81846d2" /><Relationship Type="http://schemas.openxmlformats.org/officeDocument/2006/relationships/slide" Target="/ppt/slides/slide2.xml" Id="Rafe99026b6c3415f" /><Relationship Type="http://schemas.openxmlformats.org/officeDocument/2006/relationships/slide" Target="/ppt/slides/slide3.xml" Id="R39509c34654544fa" /><Relationship Type="http://schemas.openxmlformats.org/officeDocument/2006/relationships/slide" Target="/ppt/slides/slide4.xml" Id="Rc565d9c1bc624921" /><Relationship Type="http://schemas.openxmlformats.org/officeDocument/2006/relationships/slide" Target="/ppt/slides/slide5.xml" Id="R4412b1bbdffc4fb2" /><Relationship Type="http://schemas.openxmlformats.org/officeDocument/2006/relationships/slide" Target="/ppt/slides/slide6.xml" Id="Re1cfbdf50a8540f4" /><Relationship Type="http://schemas.openxmlformats.org/officeDocument/2006/relationships/slide" Target="/ppt/slides/slide7.xml" Id="R15487c3e054340a9" /><Relationship Type="http://schemas.openxmlformats.org/officeDocument/2006/relationships/slide" Target="/ppt/slides/slide8.xml" Id="Ra540172e24164c06" /><Relationship Type="http://schemas.openxmlformats.org/officeDocument/2006/relationships/slide" Target="/ppt/slides/slide9.xml" Id="R7e8458de8a5e4e50" /><Relationship Type="http://schemas.openxmlformats.org/officeDocument/2006/relationships/slide" Target="/ppt/slides/slide10.xml" Id="R92346c6162214cb2" /><Relationship Type="http://schemas.openxmlformats.org/officeDocument/2006/relationships/slide" Target="/ppt/slides/slide11.xml" Id="R50706c74515e449a" /><Relationship Type="http://schemas.openxmlformats.org/officeDocument/2006/relationships/slide" Target="/ppt/slides/slide12.xml" Id="R29b3bd1fce3a4868" /><Relationship Type="http://schemas.openxmlformats.org/officeDocument/2006/relationships/slide" Target="/ppt/slides/slide13.xml" Id="R50a7c22e34fa46e7" /><Relationship Type="http://schemas.openxmlformats.org/officeDocument/2006/relationships/slide" Target="/ppt/slides/slide14.xml" Id="R195fa5df3a10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ea1781bac4c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7b281ba5fa47da" /><Relationship Type="http://schemas.openxmlformats.org/officeDocument/2006/relationships/notesMaster" Target="/ppt/notesMasters/notesMaster1.xml" Id="R4ec4f0ff1a844e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0887ae2b34ec6" /><Relationship Type="http://schemas.openxmlformats.org/officeDocument/2006/relationships/notesMaster" Target="/ppt/notesMasters/notesMaster1.xml" Id="R1ccd1c71d7cf44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6e40bfe7954db6" /><Relationship Type="http://schemas.openxmlformats.org/officeDocument/2006/relationships/notesMaster" Target="/ppt/notesMasters/notesMaster1.xml" Id="R59f0ac81aa6141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08fcce971444a" /><Relationship Type="http://schemas.openxmlformats.org/officeDocument/2006/relationships/notesMaster" Target="/ppt/notesMasters/notesMaster1.xml" Id="R13768e48105c4a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5e5a8d6924354" /><Relationship Type="http://schemas.openxmlformats.org/officeDocument/2006/relationships/notesMaster" Target="/ppt/notesMasters/notesMaster1.xml" Id="Rfdf879a641c548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64dd496c1e42d3" /><Relationship Type="http://schemas.openxmlformats.org/officeDocument/2006/relationships/notesMaster" Target="/ppt/notesMasters/notesMaster1.xml" Id="Rcb554045ce0545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686fa3681426f" /><Relationship Type="http://schemas.openxmlformats.org/officeDocument/2006/relationships/notesMaster" Target="/ppt/notesMasters/notesMaster1.xml" Id="R51e4764d3c07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e5bf8025864a1d" /><Relationship Type="http://schemas.openxmlformats.org/officeDocument/2006/relationships/notesMaster" Target="/ppt/notesMasters/notesMaster1.xml" Id="Rbe9a9043772e4d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940a7bc432471e" /><Relationship Type="http://schemas.openxmlformats.org/officeDocument/2006/relationships/notesMaster" Target="/ppt/notesMasters/notesMaster1.xml" Id="R9ad33543ca6b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ac5d83ca54bb7" /><Relationship Type="http://schemas.openxmlformats.org/officeDocument/2006/relationships/notesMaster" Target="/ppt/notesMasters/notesMaster1.xml" Id="R3533979909374e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5779806ec446e" /><Relationship Type="http://schemas.openxmlformats.org/officeDocument/2006/relationships/notesMaster" Target="/ppt/notesMasters/notesMaster1.xml" Id="R5b4944c6d3de42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c0919b094444da" /><Relationship Type="http://schemas.openxmlformats.org/officeDocument/2006/relationships/notesMaster" Target="/ppt/notesMasters/notesMaster1.xml" Id="R511ac6a57f6f40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629efac8314379" /><Relationship Type="http://schemas.openxmlformats.org/officeDocument/2006/relationships/notesMaster" Target="/ppt/notesMasters/notesMaster1.xml" Id="Re9c8de534db945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aed090ce3c4c55" /><Relationship Type="http://schemas.openxmlformats.org/officeDocument/2006/relationships/notesMaster" Target="/ppt/notesMasters/notesMaster1.xml" Id="R578c1b48b494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de estudio: comunidades de streaming con alto volumen de chat y necesidad de crear clips. La aplicación usa frontend TypeScript, backend Java Spring Boot, PostgreSQL y Ollama mediante ngrok. Los integrantes pueden agregar sus nombres en esta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caso proviene del contexto entregado por el usuario. La captura muestra la aplicación implementada, sin cifras de mercado inventadas.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TypeScript compilado con Vite y publicado en Vercel y Firebase Hosting. Render ejecuta el backend Java, que protege claves y conecta PostgreSQL en Supabase. Ollama ejecuta Qwen3:4b-instruct en el computador del propietario; ngrok transporta las solicitudes HTTPS autenticadas a una pasarela Java. El video WebRTC fluye entre navegadores. Referencias: https://vite.dev/guide/ https://render.com/docs/free https://docs.ollama.com/api/chat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tablas de dominio y 102 referencias de clave foránea derivadas de las migraciones V1 a V5. flyway_schema_history es una tabla técnica adicional y no cuenta para el requisito. PostgreSQL conserva también los archivos multimedia para reconstruirlos después de reiniciar Render. Las extensiones de suscripciones, webhooks, emotes y listas no tienen flujos completos en esta 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ChatService acepta el mensaje en una transacción corta. AiService registra entrada y respuesta. La política y el producto de Factory Method determinan la acción. Una clasificación UNCERTAIN siempre va a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backend/src/main/java/com/streamguard/patterns/ModerationPolicy.java. PlatformService.policy() reconstruye una política desde las tablas. PlatformController la crea antes de guardar configuración. PatternsTest verifica umbrales y listas inmutables.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backend/src/main/java/com/streamguard/patterns/ModerationActionCreator.java. createAction() es el método fábrica sobrescrito por cada creador. execute(Context) contiene el algoritmo consumidor común. ChatService selecciona el creador según la política y clasificación.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backend/src/main/java/com/streamguard/patterns/AiToolkitFactory.java. AiService escoge la familia. OllamaToolkit crea ModerationAnalyzer y EditorialAssistant semánticos mediante LlmToolkit; LocalToolkit crea productos basados en reglas y declara explícitamente que no hace análisis semántico. GeminiToolkit permanece como alternativa opcional.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backend/src/main/java/com/streamguard/ai/OllamaAdapter.java y LocalAiGateway.java. OllamaAdapter implementa AiGateway y consulta la pasarela mediante HTTPS y Bearer privado. La pasarela convierte el esquema a JSON Schema y consulta únicamente la inferencia de Ollama. La fábrica valida categoría, confianza, límites y campos; las respuestas al usuario son en español. Referencia: https://docs.ollama.com/api/chat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backend/src/main/java/com/streamguard/patterns/NotificationBridge.java. ModerationNotice y ClipNotice delegan en Delivery. DatabaseDelivery guarda el aviso. RealtimeDelivery añade difusión a las conexiones del usuario. La prueba usa una implementación registradora de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la aplicación procede de pruebas con cámara sintética. El navegador conserva segmentos breves, de aproximadamente 15 segundos. Un marcador manual o señales de chat/audio solicita el segmento. FFmpeg valida y recorta. El dueño aprueba la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móvil de 390 px obtenida en Chrome mediante Playwright. Se verificaron navegación, formulario y ausencia de desbordamiento horizontal. La cámara requiere HTTPS. Grabación, pantalla y voz dependen de las APIs del navegador.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Vercel y Firebase Hosting publican el frontend. Render Free ejecuta el Dockerfile con Java y FFmpeg. Supabase Free conserva PostgreSQL y los clips. El modelo local requiere el computador despierto y ngrok activo; las credenciales permanecen privadas. Render puede suspenderse por inactividad y las cuotas gratuitas limitan el alcance. Guías: docs/DESPLIEGUE.md y docs/IA_LOCAL.md. Referencias: https://render.com/docs/free https://firebase.google.com/docs/hosting https://supabase.com/docs/guides/database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pruebas Java aprobadas: seis de patrones, cuatro de la pasarela local y cinco de integración con PostgreSQL y FFmpeg. La prueba del modelo real mediante ngrok clasificó correctamente cuatro casos y generó un resumen en español. El recorrido público del navegador aprobó 14 flujos con cámara sintética, Render, Supabase y Ollama. La base conserva solicitudes semánticas y editoriales con estado SUCCEEDED. Resultados y alcance: docs/PRUEBAS.md y artifacts/browser-test-results.json. TypeScript estricto y catálogos verificados.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6717d819247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19d10f59348d5" /><Relationship Type="http://schemas.openxmlformats.org/officeDocument/2006/relationships/slideLayout" Target="/ppt/slideLayouts/slideLayout1.xml" Id="Re146f54fb838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6f54fb838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4f0f92b0a4e91" /><Relationship Type="http://schemas.openxmlformats.org/officeDocument/2006/relationships/notesSlide" Target="/ppt/notesSlides/notesSlide1.xml" Id="R3f2d8eba3d2141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1d9d8ab8649a4" /><Relationship Type="http://schemas.openxmlformats.org/officeDocument/2006/relationships/image" Target="/ppt/media/image.png" Id="Ra00bfbb21f694024" /><Relationship Type="http://schemas.openxmlformats.org/officeDocument/2006/relationships/notesSlide" Target="/ppt/notesSlides/notesSlide2.xml" Id="R9d1319f21c8a4f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a573a5684359" /><Relationship Type="http://schemas.openxmlformats.org/officeDocument/2006/relationships/notesSlide" Target="/ppt/notesSlides/notesSlide3.xml" Id="Ra9ae9056934045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a866681774e43" /><Relationship Type="http://schemas.openxmlformats.org/officeDocument/2006/relationships/notesSlide" Target="/ppt/notesSlides/notesSlide4.xml" Id="Ra671bb229d89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af11426fa4be3" /><Relationship Type="http://schemas.openxmlformats.org/officeDocument/2006/relationships/notesSlide" Target="/ppt/notesSlides/notesSlide5.xml" Id="R0ff965e47546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11afea1648d3" /><Relationship Type="http://schemas.openxmlformats.org/officeDocument/2006/relationships/notesSlide" Target="/ppt/notesSlides/notesSlide6.xml" Id="R0cc142d770e2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03a84dbe416b" /><Relationship Type="http://schemas.openxmlformats.org/officeDocument/2006/relationships/notesSlide" Target="/ppt/notesSlides/notesSlide7.xml" Id="R2534798324b6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260795f054aee" /><Relationship Type="http://schemas.openxmlformats.org/officeDocument/2006/relationships/notesSlide" Target="/ppt/notesSlides/notesSlide8.xml" Id="R4d3c1fbb5b9c4d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4ecc41df84dd9" /><Relationship Type="http://schemas.openxmlformats.org/officeDocument/2006/relationships/notesSlide" Target="/ppt/notesSlides/notesSlide9.xml" Id="R04aa72a4db6c4f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3c3f528fb45e5" /><Relationship Type="http://schemas.openxmlformats.org/officeDocument/2006/relationships/notesSlide" Target="/ppt/notesSlides/notesSlide10.xml" Id="R02affdf6276c47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fe651c47f43ef" /><Relationship Type="http://schemas.openxmlformats.org/officeDocument/2006/relationships/image" Target="/ppt/media/image2.png" Id="Rf61a210f3e724eff" /><Relationship Type="http://schemas.openxmlformats.org/officeDocument/2006/relationships/notesSlide" Target="/ppt/notesSlides/notesSlide11.xml" Id="Rd1ca5861bca54a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372a208f48c5" /><Relationship Type="http://schemas.openxmlformats.org/officeDocument/2006/relationships/image" Target="/ppt/media/image3.png" Id="R00bbec3c677a4a57" /><Relationship Type="http://schemas.openxmlformats.org/officeDocument/2006/relationships/notesSlide" Target="/ppt/notesSlides/notesSlide12.xml" Id="Ra01d408e8bd546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3e6a81869484d" /><Relationship Type="http://schemas.openxmlformats.org/officeDocument/2006/relationships/notesSlide" Target="/ppt/notesSlides/notesSlide13.xml" Id="Rea13fdfc7e5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51de18498446f" /><Relationship Type="http://schemas.openxmlformats.org/officeDocument/2006/relationships/notesSlide" Target="/ppt/notesSlides/notesSlide14.xml" Id="R817392b5c26e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E0367-9F3D-4758-B497-BAADCE29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StreamGuard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F69F1-CFB7-4BA4-9DF8-DCFABDF4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Streaming en vivo con moderación asistida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F409-3500-440F-B236-C93CA76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Proyecto final de patrones de software</a:t>
            </a:r>
          </a:p>
        </p:txBody>
      </p:sp>
    </p:spTree>
    <p:extLst>
      <p:ext uri="{BB962C8B-B14F-4D97-AF65-F5344CB8AC3E}">
        <p14:creationId xmlns:p14="http://schemas.microsoft.com/office/powerpoint/2010/main" val="2065302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AD563-D308-4470-9253-C0067B9E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problema en una transmisión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6CF8E-F6D2-455D-9F9B-817A963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1F199-A859-4EF8-80E3-5E2E9093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chat crece más rápido que la capacidad de revisión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D5D2A-BE7B-4404-ACBE-E0995E6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infracciones necesitan contexto y una respuesta oportuna.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5E87-B0E1-4707-918F-37E2DB9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Encontrar momentos útiles exige revisar contenido del directo.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bfbb21f694024"/>
          <a:stretch xmlns:a="http://schemas.openxmlformats.org/drawingml/2006/main"/>
        </p:blipFill>
        <p:spPr>
          <a:xfrm xmlns:a="http://schemas.openxmlformats.org/drawingml/2006/main">
            <a:off x="5258480" y="1571625"/>
            <a:ext cx="6008914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1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3DD44-1A73-4A29-94D7-DF57D6D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Arquitectura de cuatro capas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F9BDB-C606-45A6-BE2C-CB37B7E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2006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Capa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Tecnología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TypeScript / Vite / PWA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Interfaz y solicitudes HTTP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Java 21 / Spring Boot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Permisos y casos de uso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Base de datos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Estado e historial persistente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Ollama por ngrok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y apoyo editorial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CF7CC-A18C-40BD-B6CF-9CDE18FC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backend protege la base de datos y el acceso al modelo local</a:t>
            </a:r>
          </a:p>
        </p:txBody>
      </p:sp>
    </p:spTree>
    <p:extLst>
      <p:ext uri="{BB962C8B-B14F-4D97-AF65-F5344CB8AC3E}">
        <p14:creationId xmlns:p14="http://schemas.microsoft.com/office/powerpoint/2010/main" val="146220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22AEC-1B52-4E17-9B9E-D23A925E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Modelo relacional del dominio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D9D08-77C3-4C8D-8A30-A72E963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4130-B105-411E-BAA4-16922A5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FEB65-0777-454C-B389-DC56F47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tablas de dominio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C2722-3A79-4595-A367-AC8090F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102 relaciones por clave foránea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861BC-8554-46DA-A195-6ED3FBB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Usuarios y propiedad de canales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62078-02C7-46E1-A3D3-0C070926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336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Chat, decisiones, sanciones e historial de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BBE71-5B41-426E-9173-DCE93D70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52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Archivos, clips, versiones y subtítulos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1417E-27F7-4FAA-8426-F4EB340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767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Índices, restricciones y migraciones Flyway</a:t>
            </a:r>
          </a:p>
        </p:txBody>
      </p:sp>
    </p:spTree>
    <p:extLst>
      <p:ext uri="{BB962C8B-B14F-4D97-AF65-F5344CB8AC3E}">
        <p14:creationId xmlns:p14="http://schemas.microsoft.com/office/powerpoint/2010/main" val="1890149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7A3A1-84D3-4488-A5BD-09D808F4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recorrido de un mensaje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0159A-970D-4D88-989F-DAC45C40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E8ECF-A569-40E8-8B5B-2010092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1. Validar sesión, directo, sanciones y frecuencia de envío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35BD2-55E9-43C9-8C29-004ABA89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2. Clasificar con las reglas del canal y el modelo disponible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0143F-0263-4D93-BE37-903D1C00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3. Aplicar una acción y conservar el motivo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8B312-847D-4560-B8E5-2844A8C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4. Dar al moderador los casos que requieren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9E815-AE52-46A9-9B4C-E484B01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Una respuesta inválida del proveedor genera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1722927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9AAE1-05C0-4FD2-A12A-AA69870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Builder: políticas de moderación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07B0C-FE7F-4386-AFB5-0C3D9EE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1A0B1-1C20-42EB-B29A-2F78B01B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Construye un objeto de reglas completo e inmutable.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685D7-A436-4B0B-93EB-C7EEDAF8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Valida duración del silencio y relación entre umbrales.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C8D08-5128-4828-834E-3C4CCD7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Copia las listas para impedir cambios durante el análisis.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0A1F6-3BC0-40E9-8267-01FB2DF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857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ModerationPolicy.Builder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level("STRICT")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autoHide(true)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muteSeconds(300)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thresholds(0.4, 0.7)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blockedWords(...)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build()</a:t>
            </a:r>
          </a:p>
        </p:txBody>
      </p:sp>
    </p:spTree>
    <p:extLst>
      <p:ext uri="{BB962C8B-B14F-4D97-AF65-F5344CB8AC3E}">
        <p14:creationId xmlns:p14="http://schemas.microsoft.com/office/powerpoint/2010/main" val="876897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56BE5-CA25-4312-B09F-1FE8928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Factory Method: acciones del 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AFC4F-BB92-460E-B8AC-C50BCDEC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0157D-564E-4081-BD5B-C8AC4C51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define el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EECDD-1C53-4166-9F5A-CBE9E4DC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execute(context)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createAction()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action.apply(context)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return action.status()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33EAF-FA6E-4951-BB19-8A504208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Cada producto aplica sus efectos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F3A9C-DE98-4AB9-94B6-9E2DB67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AllowAction: mostrar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ReviewAction: enviar a revisión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HideAction: ocultar y advertir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MuteAction: aplicar silencio temporal</a:t>
            </a:r>
          </a:p>
        </p:txBody>
      </p:sp>
    </p:spTree>
    <p:extLst>
      <p:ext uri="{BB962C8B-B14F-4D97-AF65-F5344CB8AC3E}">
        <p14:creationId xmlns:p14="http://schemas.microsoft.com/office/powerpoint/2010/main" val="1025919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87A89-71BA-4A49-A885-CBF2857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Abstract Factory: familias de 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0D166-642E-40E8-BB73-6C562D5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4438650"/>
              </a:tblGrid>
              <a:tr h="920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ModerationAnalyzer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EditorialAssistant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OllamaToolkit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semántica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Resumen y metadatos por 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LocalToolkit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Palabras, enlaces y reglas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Metadatos locales identificados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BF697-615F-4A0B-839A-04EA8C7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consumidor usa contratos uniformes para ambos productos</a:t>
            </a:r>
          </a:p>
        </p:txBody>
      </p:sp>
    </p:spTree>
    <p:extLst>
      <p:ext uri="{BB962C8B-B14F-4D97-AF65-F5344CB8AC3E}">
        <p14:creationId xmlns:p14="http://schemas.microsoft.com/office/powerpoint/2010/main" val="1336066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10F34-DB00-4C8A-A955-FAF13A0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Adapter: el contrato interno y Ollama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F87B7-8448-4E8E-A9CD-EA243D12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6D370-E96E-4415-B97C-01BF3A0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AiGateway.generate(instruction, input, schema)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93A11-A089-4227-9345-DE662C5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OllamaAdapter consulta el modelo local a través de ngrok.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B0944-3D29-4F3E-A5CE-F406952C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backend conserva la clave y establece tiempos de espera.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59C93-8D25-48E8-B51D-D1063DC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dominio valida categoría, confianza y campos de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514196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BC993-1E51-4893-93E5-DB9C05F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Bridge: avisos y entrega independientes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3F82E-05E4-472D-9B9D-31B529A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CFE4-FD67-47C2-9B84-4CA2B6A7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Tipos de aviso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F041D-2DCF-4706-9B73-1D86028E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05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ModerationNotice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ClipNotice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C0161-BC44-4066-B3E9-A2BBF944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383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Mecanismos de entrega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48AE8-E4A3-4F6C-B376-97A2A9B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DatabaseDelivery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RealtimeDelivery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B2BD-C7C2-4DB5-A282-42255D4A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Notice mantiene una referencia a Delivery y delega el envío</a:t>
            </a:r>
          </a:p>
        </p:txBody>
      </p:sp>
    </p:spTree>
    <p:extLst>
      <p:ext uri="{BB962C8B-B14F-4D97-AF65-F5344CB8AC3E}">
        <p14:creationId xmlns:p14="http://schemas.microsoft.com/office/powerpoint/2010/main" val="1126778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32BCD-B58A-43A9-A0DE-C79AE3B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Captura, revisión y publicación de clips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5231F-8181-4EDD-BDE0-714555B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87282-4561-4B41-835A-5D4587DA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Marcadores manuales y señales de participación identifican momentos.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99030-A493-4FCE-9FEA-7F16015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MediaRecorder produce archivos de video reales.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4EEFB-D6C5-4F40-A0A6-E0ACEED8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edita y aprueba cada publicación.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a210f3e724eff"/>
          <a:stretch xmlns:a="http://schemas.openxmlformats.org/drawingml/2006/main"/>
        </p:blipFill>
        <p:spPr>
          <a:xfrm xmlns:a="http://schemas.openxmlformats.org/drawingml/2006/main">
            <a:off x="5257067" y="1714500"/>
            <a:ext cx="586886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27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8C017-6422-4D0C-9CBC-48711D69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Una interfaz para computador y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9E533-256D-4B40-A956-95C10511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965AA-B271-49FA-B883-5994495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Vite compila TypeScript para el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015D7-AF53-4CC6-8936-57C8040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diseño adapta el menú y los paneles a pantallas pequeñas.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0B5FB-07E5-4F83-B644-A448D81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 PWA permite agregar la plataforma a la pantalla de inicio.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8A7CF-5A7D-4034-839A-658EC83A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funciones de medios dependen de las capacidades del navegador.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bec3c677a4a57"/>
          <a:stretch xmlns:a="http://schemas.openxmlformats.org/drawingml/2006/main"/>
        </p:blipFill>
        <p:spPr>
          <a:xfrm xmlns:a="http://schemas.openxmlformats.org/drawingml/2006/main">
            <a:off x="9026461" y="1485900"/>
            <a:ext cx="1663828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64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968A7-DBC1-4587-BAAA-1ED512F2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Publicación gratuita en la nube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E887E-C407-47FD-BA35-E9E7CE6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27D41-0B7B-404A-9C30-7C72CCCF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Vercel y Firebase sirven el frontend TypeScript compilado.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11BC-A4A6-4977-9629-D59A1E55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Render ejecuta el backend Java y FFmpeg.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8E084-9CE6-4C1C-8E5F-F26E992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Supabase conserva la base de datos y los clips.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FFBC0-AECE-4A17-8D6B-4E8431C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Ollama requiere el computador encendido y ngrok activo.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1EB4D-6679-407D-9401-79379F9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Versión actual: una réplica y hasta seis espectadores por directo</a:t>
            </a:r>
          </a:p>
        </p:txBody>
      </p:sp>
    </p:spTree>
    <p:extLst>
      <p:ext uri="{BB962C8B-B14F-4D97-AF65-F5344CB8AC3E}">
        <p14:creationId xmlns:p14="http://schemas.microsoft.com/office/powerpoint/2010/main" val="1088901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D61C1-BF7B-43ED-8363-957C7BF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Pruebas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C1AD9-A360-4634-A394-769E8A5C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04671-D22F-46A9-8B6A-1DDF5282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Verificación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45BA3-17A0-4B62-B5AF-A88F6762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81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65 tablas y permisos por canal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Moderación y decisión humana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Video WebRTC entre navegadores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 reproducible y recorte real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Navegación móvil sin desbordamiento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94DF4-C14F-4A02-B7EE-63830ED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Demostración sugerida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72554-13D2-42B5-A443-B96BFB49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Crear un canal y transmitir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Enviar y revisar un mensaje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Capturar y publicar un clip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Generar un resumen con Ollama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Mostrar los cinco patrones en Java</a:t>
            </a:r>
          </a:p>
        </p:txBody>
      </p:sp>
    </p:spTree>
    <p:extLst>
      <p:ext uri="{BB962C8B-B14F-4D97-AF65-F5344CB8AC3E}">
        <p14:creationId xmlns:p14="http://schemas.microsoft.com/office/powerpoint/2010/main" val="1662077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2026-10-02T21:21:30.5180000Z</dcterms:created>
  <dcterms:modified xsi:type="dcterms:W3CDTF">2026-10-02T21:21:30.5180000Z</dcterms:modified>
</coreProperties>
</file>