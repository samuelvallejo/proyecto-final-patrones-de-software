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ab5c636ff34374" /><Relationship Type="http://schemas.openxmlformats.org/officeDocument/2006/relationships/extended-properties" Target="/docProps/app.xml" Id="Rf24e686c483046da" /><Relationship Type="http://schemas.openxmlformats.org/officeDocument/2006/relationships/officeDocument" Target="/ppt/presentation.xml" Id="Refe3686cf1074a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b75b5295a846a8"/>
  </p:sldMasterIdLst>
  <p:notesMasterIdLst>
    <p:notesMasterId xmlns:r="http://schemas.openxmlformats.org/officeDocument/2006/relationships" r:id="R382e3ca713554ed8"/>
  </p:notesMasterIdLst>
  <p:sldIdLst>
    <p:sldId xmlns:r="http://schemas.openxmlformats.org/officeDocument/2006/relationships" id="256" r:id="R885ae76620f34ad9"/>
    <p:sldId xmlns:r="http://schemas.openxmlformats.org/officeDocument/2006/relationships" id="257" r:id="R0d0445428c2a4a07"/>
    <p:sldId xmlns:r="http://schemas.openxmlformats.org/officeDocument/2006/relationships" id="258" r:id="R21b927f772754edb"/>
    <p:sldId xmlns:r="http://schemas.openxmlformats.org/officeDocument/2006/relationships" id="259" r:id="R364ecfca6845493a"/>
    <p:sldId xmlns:r="http://schemas.openxmlformats.org/officeDocument/2006/relationships" id="260" r:id="R27276decdb6f47f5"/>
    <p:sldId xmlns:r="http://schemas.openxmlformats.org/officeDocument/2006/relationships" id="261" r:id="Rdf0cc62e4e7f443c"/>
    <p:sldId xmlns:r="http://schemas.openxmlformats.org/officeDocument/2006/relationships" id="262" r:id="Re95aa29824a54202"/>
    <p:sldId xmlns:r="http://schemas.openxmlformats.org/officeDocument/2006/relationships" id="263" r:id="Re0c377880a0b4574"/>
    <p:sldId xmlns:r="http://schemas.openxmlformats.org/officeDocument/2006/relationships" id="264" r:id="Rf1d327d6673c4210"/>
    <p:sldId xmlns:r="http://schemas.openxmlformats.org/officeDocument/2006/relationships" id="265" r:id="R60839475521b4066"/>
    <p:sldId xmlns:r="http://schemas.openxmlformats.org/officeDocument/2006/relationships" id="266" r:id="R1be86565decb429a"/>
    <p:sldId xmlns:r="http://schemas.openxmlformats.org/officeDocument/2006/relationships" id="267" r:id="R95c185f698794c03"/>
    <p:sldId xmlns:r="http://schemas.openxmlformats.org/officeDocument/2006/relationships" id="268" r:id="R8d98f1e7292d47ec"/>
    <p:sldId xmlns:r="http://schemas.openxmlformats.org/officeDocument/2006/relationships" id="269" r:id="Rd1260244930c4e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5fa18fcc5f4592" /><Relationship Type="http://schemas.openxmlformats.org/officeDocument/2006/relationships/slideMaster" Target="/ppt/slideMasters/slideMaster1.xml" Id="Rb4b75b5295a846a8" /><Relationship Type="http://schemas.openxmlformats.org/officeDocument/2006/relationships/notesMaster" Target="/ppt/notesMasters/notesMaster1.xml" Id="R382e3ca713554ed8" /><Relationship Type="http://schemas.openxmlformats.org/officeDocument/2006/relationships/presProps" Target="/ppt/presProps.xml" Id="Rf56f460441f34281" /><Relationship Type="http://schemas.openxmlformats.org/officeDocument/2006/relationships/tableStyles" Target="/ppt/tableStyles.xml" Id="R8ab59576279043a9" /><Relationship Type="http://schemas.openxmlformats.org/officeDocument/2006/relationships/slide" Target="/ppt/slides/slide1.xml" Id="R885ae76620f34ad9" /><Relationship Type="http://schemas.openxmlformats.org/officeDocument/2006/relationships/slide" Target="/ppt/slides/slide2.xml" Id="R0d0445428c2a4a07" /><Relationship Type="http://schemas.openxmlformats.org/officeDocument/2006/relationships/slide" Target="/ppt/slides/slide3.xml" Id="R21b927f772754edb" /><Relationship Type="http://schemas.openxmlformats.org/officeDocument/2006/relationships/slide" Target="/ppt/slides/slide4.xml" Id="R364ecfca6845493a" /><Relationship Type="http://schemas.openxmlformats.org/officeDocument/2006/relationships/slide" Target="/ppt/slides/slide5.xml" Id="R27276decdb6f47f5" /><Relationship Type="http://schemas.openxmlformats.org/officeDocument/2006/relationships/slide" Target="/ppt/slides/slide6.xml" Id="Rdf0cc62e4e7f443c" /><Relationship Type="http://schemas.openxmlformats.org/officeDocument/2006/relationships/slide" Target="/ppt/slides/slide7.xml" Id="Re95aa29824a54202" /><Relationship Type="http://schemas.openxmlformats.org/officeDocument/2006/relationships/slide" Target="/ppt/slides/slide8.xml" Id="Re0c377880a0b4574" /><Relationship Type="http://schemas.openxmlformats.org/officeDocument/2006/relationships/slide" Target="/ppt/slides/slide9.xml" Id="Rf1d327d6673c4210" /><Relationship Type="http://schemas.openxmlformats.org/officeDocument/2006/relationships/slide" Target="/ppt/slides/slide10.xml" Id="R60839475521b4066" /><Relationship Type="http://schemas.openxmlformats.org/officeDocument/2006/relationships/slide" Target="/ppt/slides/slide11.xml" Id="R1be86565decb429a" /><Relationship Type="http://schemas.openxmlformats.org/officeDocument/2006/relationships/slide" Target="/ppt/slides/slide12.xml" Id="R95c185f698794c03" /><Relationship Type="http://schemas.openxmlformats.org/officeDocument/2006/relationships/slide" Target="/ppt/slides/slide13.xml" Id="R8d98f1e7292d47ec" /><Relationship Type="http://schemas.openxmlformats.org/officeDocument/2006/relationships/slide" Target="/ppt/slides/slide14.xml" Id="Rd1260244930c4e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0e9017e3cd46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69bd15da17432e" /><Relationship Type="http://schemas.openxmlformats.org/officeDocument/2006/relationships/notesMaster" Target="/ppt/notesMasters/notesMaster1.xml" Id="R67d42e04ccc64a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35b5cdd20946bb" /><Relationship Type="http://schemas.openxmlformats.org/officeDocument/2006/relationships/notesMaster" Target="/ppt/notesMasters/notesMaster1.xml" Id="Rd9464d5c007d40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7eb111d8a84bcd" /><Relationship Type="http://schemas.openxmlformats.org/officeDocument/2006/relationships/notesMaster" Target="/ppt/notesMasters/notesMaster1.xml" Id="Rc7acd37acdb04a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7d8f56f60d487e" /><Relationship Type="http://schemas.openxmlformats.org/officeDocument/2006/relationships/notesMaster" Target="/ppt/notesMasters/notesMaster1.xml" Id="R98ec6f651b434b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b283ea764b4e17" /><Relationship Type="http://schemas.openxmlformats.org/officeDocument/2006/relationships/notesMaster" Target="/ppt/notesMasters/notesMaster1.xml" Id="R0ec9d30423d34d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b4396272a94af4" /><Relationship Type="http://schemas.openxmlformats.org/officeDocument/2006/relationships/notesMaster" Target="/ppt/notesMasters/notesMaster1.xml" Id="Rcbf3bddfcb6642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42bb28c1bf4f1d" /><Relationship Type="http://schemas.openxmlformats.org/officeDocument/2006/relationships/notesMaster" Target="/ppt/notesMasters/notesMaster1.xml" Id="Rdf715bf4117a41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849a9c136f45df" /><Relationship Type="http://schemas.openxmlformats.org/officeDocument/2006/relationships/notesMaster" Target="/ppt/notesMasters/notesMaster1.xml" Id="R9c79296bd36c4f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c94503d502452f" /><Relationship Type="http://schemas.openxmlformats.org/officeDocument/2006/relationships/notesMaster" Target="/ppt/notesMasters/notesMaster1.xml" Id="R310364ee2dbe40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46c12c5a1d45b6" /><Relationship Type="http://schemas.openxmlformats.org/officeDocument/2006/relationships/notesMaster" Target="/ppt/notesMasters/notesMaster1.xml" Id="R31f425e378f84e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3206d405464a12" /><Relationship Type="http://schemas.openxmlformats.org/officeDocument/2006/relationships/notesMaster" Target="/ppt/notesMasters/notesMaster1.xml" Id="R862f02a5198a41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ae296feb6b421a" /><Relationship Type="http://schemas.openxmlformats.org/officeDocument/2006/relationships/notesMaster" Target="/ppt/notesMasters/notesMaster1.xml" Id="R8e1afed9bdd84e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e6451942694e65" /><Relationship Type="http://schemas.openxmlformats.org/officeDocument/2006/relationships/notesMaster" Target="/ppt/notesMasters/notesMaster1.xml" Id="R6d3dfd446c784b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97948d8fe744c7" /><Relationship Type="http://schemas.openxmlformats.org/officeDocument/2006/relationships/notesMaster" Target="/ppt/notesMasters/notesMaster1.xml" Id="Rf1c39a7d5983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de estudio: comunidades de streaming con alto volumen de chat y necesidad de crear clips. La aplicación usa frontend Java GWT, backend Java Spring Boot, PostgreSQL y Gemini. Los integrantes pueden agregar sus nombres en esta portada.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caso proviene del contexto entregado por el usuario. La captura muestra la aplicación implementada, sin cifras de mercado inventadas.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 GWT escrito en Java y compilado a navegador. El backend conoce claves, aplica permisos y conecta PostgreSQL y Gemini. El video WebRTC fluye entre navegadores. Referencias: https://www.gwtproject.org/overview.html https://docs.railway.com/guides/spring-boot https://ai.google.dev/gemini-api/docs/structured-output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64 tablas de dominio y 101 referencias de clave foránea derivadas de la migración V1. flyway_schema_history es una tabla técnica adicional y no cuenta para el requisito. Las extensiones de suscripciones, webhooks, emotes y listas no tienen flujos completos en esta versión.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ChatService acepta el mensaje en una transacción corta. AiService registra entrada y respuesta. La política y el producto de Factory Method determinan la acción. Una clasificación UNCERTAIN siempre va a revisión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backend/src/main/java/com/streamguard/patterns/ModerationPolicy.java. PlatformService.policy() reconstruye una política desde las tablas. PlatformController la crea antes de guardar configuración. PatternsTest verifica umbrales y listas inmutables.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backend/src/main/java/com/streamguard/patterns/ModerationActionCreator.java. createAction() es el método fábrica sobrescrito por cada creador. execute(Context) contiene el algoritmo consumidor común. ChatService selecciona el creador según la política y clasificación.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backend/src/main/java/com/streamguard/patterns/AiToolkitFactory.java. AiService escoge la familia. Los productos ModerationAnalyzer y EditorialAssistant comparten un contrato interno. La familia local indica explícitamente que no hace análisis semántico por 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backend/src/main/java/com/streamguard/ai/GeminiAdapter.java. Implementa AiGateway. Envía systemInstruction, contents y generationConfig por REST, extrae el texto de la envoltura candidates/content/parts y valida el JSON en los productos de la fábrica. Referencia: https://ai.google.dev/gemini-api/docs/structured-output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backend/src/main/java/com/streamguard/patterns/NotificationBridge.java. ModerationNotice y ClipNotice delegan en Delivery. DatabaseDelivery guarda el aviso. RealtimeDelivery añade difusión a las conexiones del usuario. La prueba usa una implementación registradora de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la aplicación procede de pruebas con cámara sintética. El navegador conserva segmentos breves, de aproximadamente 15 segundos. Un marcador manual o señales de chat/audio solicita el segmento. FFmpeg valida y recorta. El dueño aprueba la publicación.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móvil de 390 px obtenida en Chrome mediante Playwright. Se verificaron navegación, formulario y ausencia de desbordamiento horizontal. La cámara requiere HTTPS. Grabación, pantalla y voz dependen de las APIs del navegador.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despliegues están preparados, pero el usuario realizará la publicación y configuración de cuentas. Guía: docs/DESPLIEGUE.md. Vercel compila el frontend mediante scripts/build-web.mjs. Railway ejecuta el Dockerfile con Java y FFmpeg. Referencias: https://vercel.com/docs/builds/configure-a-build https://docs.railway.com/guides/spring-boot https://docs.railway.com/volumes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PatternsTest y PlatformIntegrationTest: 9 pruebas aprobadas con PostgreSQL y FFmpeg. scripts/browser-test.cjs: 9 comprobaciones aprobadas con dos navegadores y cámara sintética. Las llamadas reales a Gemini y la publicación en nube requieren las credenciales del propietario.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7a9202bba41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296a7adfaa40bf" /><Relationship Type="http://schemas.openxmlformats.org/officeDocument/2006/relationships/slideLayout" Target="/ppt/slideLayouts/slideLayout1.xml" Id="R2d3144e7974245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3144e7974245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faa5efc844f20" /><Relationship Type="http://schemas.openxmlformats.org/officeDocument/2006/relationships/notesSlide" Target="/ppt/notesSlides/notesSlide1.xml" Id="R4789cecfd24147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78a30a31b47df" /><Relationship Type="http://schemas.openxmlformats.org/officeDocument/2006/relationships/image" Target="/ppt/media/image.png" Id="Rf20b086c90234851" /><Relationship Type="http://schemas.openxmlformats.org/officeDocument/2006/relationships/notesSlide" Target="/ppt/notesSlides/notesSlide2.xml" Id="R6837d864ad944e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88bf718b84007" /><Relationship Type="http://schemas.openxmlformats.org/officeDocument/2006/relationships/notesSlide" Target="/ppt/notesSlides/notesSlide3.xml" Id="Ra34d18fb1e0f48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afba3e9f044c9" /><Relationship Type="http://schemas.openxmlformats.org/officeDocument/2006/relationships/notesSlide" Target="/ppt/notesSlides/notesSlide4.xml" Id="Re523cb3583d44b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607dcabab42e2" /><Relationship Type="http://schemas.openxmlformats.org/officeDocument/2006/relationships/notesSlide" Target="/ppt/notesSlides/notesSlide5.xml" Id="Red92e5fe51ba48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95e2c3e31497e" /><Relationship Type="http://schemas.openxmlformats.org/officeDocument/2006/relationships/notesSlide" Target="/ppt/notesSlides/notesSlide6.xml" Id="Rf3b5f8e7f48a48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503b7db4a4aab" /><Relationship Type="http://schemas.openxmlformats.org/officeDocument/2006/relationships/notesSlide" Target="/ppt/notesSlides/notesSlide7.xml" Id="R9c25447f627f48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35f2489904dee" /><Relationship Type="http://schemas.openxmlformats.org/officeDocument/2006/relationships/notesSlide" Target="/ppt/notesSlides/notesSlide8.xml" Id="Re4758dedea5748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b0ded849b422e" /><Relationship Type="http://schemas.openxmlformats.org/officeDocument/2006/relationships/notesSlide" Target="/ppt/notesSlides/notesSlide9.xml" Id="R99bf3003e59347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a6462243b485f" /><Relationship Type="http://schemas.openxmlformats.org/officeDocument/2006/relationships/notesSlide" Target="/ppt/notesSlides/notesSlide10.xml" Id="Ra2b1f9d723a947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44b12e8594658" /><Relationship Type="http://schemas.openxmlformats.org/officeDocument/2006/relationships/image" Target="/ppt/media/image2.png" Id="R53bd4ff5948b44a0" /><Relationship Type="http://schemas.openxmlformats.org/officeDocument/2006/relationships/notesSlide" Target="/ppt/notesSlides/notesSlide11.xml" Id="Rd8638a1270de4b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34b1e48f64ed2" /><Relationship Type="http://schemas.openxmlformats.org/officeDocument/2006/relationships/image" Target="/ppt/media/image3.png" Id="Rfc3ccbfbf0de4201" /><Relationship Type="http://schemas.openxmlformats.org/officeDocument/2006/relationships/notesSlide" Target="/ppt/notesSlides/notesSlide12.xml" Id="R93a737f9e27247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dac2e23e648ea" /><Relationship Type="http://schemas.openxmlformats.org/officeDocument/2006/relationships/notesSlide" Target="/ppt/notesSlides/notesSlide13.xml" Id="R3aa0a2c3356e4b7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839b68ecb4e8f" /><Relationship Type="http://schemas.openxmlformats.org/officeDocument/2006/relationships/notesSlide" Target="/ppt/notesSlides/notesSlide14.xml" Id="R2bb82314e4d846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A9093-65F4-41E2-A289-0351DE85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StreamGuard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3ED34-CDFF-4405-8569-622AC9AB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Streaming en vivo con moderación asistida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16DDC-9DBB-48E1-A12D-906D9C55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Proyecto final de patrones de software</a:t>
            </a:r>
          </a:p>
        </p:txBody>
      </p:sp>
    </p:spTree>
    <p:extLst>
      <p:ext uri="{BB962C8B-B14F-4D97-AF65-F5344CB8AC3E}">
        <p14:creationId xmlns:p14="http://schemas.microsoft.com/office/powerpoint/2010/main" val="942187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3E8D2-E0CB-40A4-A813-F60AAE27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El problema en una transmisión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F67FC-9B46-4E1F-8BC0-94DE6A99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1EAB9-F8E6-4520-A029-9DCA1D3D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chat crece más rápido que la capacidad de revisión humana.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6F70F-4C46-4AD5-A65C-C9344416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Las infracciones necesitan contexto y una respuesta oportuna.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D2150-9562-4E6B-884B-0D5A4BC4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Encontrar momentos útiles exige revisar contenido del directo.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b086c90234851"/>
          <a:stretch xmlns:a="http://schemas.openxmlformats.org/drawingml/2006/main"/>
        </p:blipFill>
        <p:spPr>
          <a:xfrm xmlns:a="http://schemas.openxmlformats.org/drawingml/2006/main">
            <a:off x="5258480" y="1571625"/>
            <a:ext cx="6008914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37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5F799-62E2-4E52-AF9D-19C47FA7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Arquitectura de cuatro capas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B9D89-AE08-4544-845E-4B411F35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333750"/>
                <a:gridCol w="52006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Capa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Tecnología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Java GWT / PWA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Interfaz y solicitudes HTTP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Java 21 / Spring Boot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Permisos y casos de uso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Base de datos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PostgreSQL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Estado e historial persistente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IA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Gemini por REST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Clasificación y apoyo editorial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73B8A-E25C-4AC1-995A-EDA3BDF0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El backend protege la base de datos y la clave de Gemini</a:t>
            </a:r>
          </a:p>
        </p:txBody>
      </p:sp>
    </p:spTree>
    <p:extLst>
      <p:ext uri="{BB962C8B-B14F-4D97-AF65-F5344CB8AC3E}">
        <p14:creationId xmlns:p14="http://schemas.microsoft.com/office/powerpoint/2010/main" val="20405245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399C1-3C4B-4583-9CF5-9C85BD18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Modelo relacional del dominio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3C43A-CB43-4992-B102-C4AA806D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358E4-C2AB-4FA7-8559-0C057F9C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9FDB1-8BF2-44C2-B740-39A15143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tablas de dominio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16152-BB0F-4B97-B0CF-FD82958E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101 relaciones por clave foránea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A1BE7-EDC8-4C31-A99C-23CAC803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6212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Usuarios y propiedad de canales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F2E82-BCB5-4FC5-9CE2-DA336DDF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3367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Chat, decisiones, sanciones e historial de 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25D1E-242C-4084-A349-C0DC2F7E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0522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Archivos, clips, versiones y subtítulos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01327-4172-4C55-8936-3974DB7F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7677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Índices, restricciones y migraciones Flyway</a:t>
            </a:r>
          </a:p>
        </p:txBody>
      </p:sp>
    </p:spTree>
    <p:extLst>
      <p:ext uri="{BB962C8B-B14F-4D97-AF65-F5344CB8AC3E}">
        <p14:creationId xmlns:p14="http://schemas.microsoft.com/office/powerpoint/2010/main" val="16239806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18838-A93F-4C62-8EB8-9C863CCE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El recorrido de un mensaje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11283-0906-4CBF-86F6-67F09D0B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82CED-DE2C-43FF-8A9E-8AF44A4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1. Validar sesión, directo, sanciones y frecuencia de envío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4A007-FBED-4303-86AF-CA2951A3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2. Clasificar con las reglas del canal y Gemini disponible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4DEB1-B016-474E-8878-6F3562D1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3. Aplicar una acción y conservar el motivo de la decisión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85CAC-19CE-4789-96C9-0771BF9B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4. Dar al moderador los casos que requieren contexto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48624-C01D-4277-B747-E8611C04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Una respuesta inválida del proveedor genera revisión humana</a:t>
            </a:r>
          </a:p>
        </p:txBody>
      </p:sp>
    </p:spTree>
    <p:extLst>
      <p:ext uri="{BB962C8B-B14F-4D97-AF65-F5344CB8AC3E}">
        <p14:creationId xmlns:p14="http://schemas.microsoft.com/office/powerpoint/2010/main" val="95100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56942-E099-4D57-B900-70EA499E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Builder: políticas de moderación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65EE5-9DC6-4FE2-A6F6-6B69FEFB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D1DB9-626E-4BC5-A12E-BFFEECFF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Construye un objeto de reglas completo e inmutable.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2A53E-9659-4248-A1E8-537D042B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Valida duración del silencio y relación entre umbrales.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BDB64-E2E6-4B79-AAC5-85D7720C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Copia las listas para impedir cambios durante el análisis.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624D3-E6D3-4CEE-86F8-537863DE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857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ModerationPolicy.Builder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level("STRICT")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autoHide(true)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muteSeconds(300)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thresholds(0.4, 0.7)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blockedWords(...)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build()</a:t>
            </a:r>
          </a:p>
        </p:txBody>
      </p:sp>
    </p:spTree>
    <p:extLst>
      <p:ext uri="{BB962C8B-B14F-4D97-AF65-F5344CB8AC3E}">
        <p14:creationId xmlns:p14="http://schemas.microsoft.com/office/powerpoint/2010/main" val="2022298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3175D-1777-4DD2-8DE9-8995A6E7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Factory Method: acciones del chat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2C8EE-2BB7-4026-8EBB-1A260032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04B66-37BE-43ED-81A3-AE38AB0A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El creador define el contrato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4E877-05F2-4855-B52D-AA12C6BF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execute(context)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createAction()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action.apply(context)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return action.status()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DEBFE-2A33-495F-BA87-98550EF0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Cada producto aplica sus efectos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348A1-653A-41AA-AAF0-2235A434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AllowAction: mostrar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ReviewAction: enviar a revisión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HideAction: ocultar y advertir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MuteAction: aplicar silencio temporal</a:t>
            </a:r>
          </a:p>
        </p:txBody>
      </p:sp>
    </p:spTree>
    <p:extLst>
      <p:ext uri="{BB962C8B-B14F-4D97-AF65-F5344CB8AC3E}">
        <p14:creationId xmlns:p14="http://schemas.microsoft.com/office/powerpoint/2010/main" val="5833548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DFAB0-2CAA-406E-8372-8421A3B7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Abstract Factory: familias de capacidades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119C1-4C4C-451E-9916-163CEDFF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905250"/>
                <a:gridCol w="4438650"/>
              </a:tblGrid>
              <a:tr h="920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Familia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ModerationAnalyzer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EditorialAssistant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GeminiToolkit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Clasificación semántica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Resumen y metadatos por IA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LocalToolkit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Palabras, enlaces y reglas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Metadatos locales identificados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1532F-8352-437A-985D-B0C467F9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El consumidor usa contratos uniformes para ambos productos</a:t>
            </a:r>
          </a:p>
        </p:txBody>
      </p:sp>
    </p:spTree>
    <p:extLst>
      <p:ext uri="{BB962C8B-B14F-4D97-AF65-F5344CB8AC3E}">
        <p14:creationId xmlns:p14="http://schemas.microsoft.com/office/powerpoint/2010/main" val="7127730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223BA-56DE-41DF-8E10-BB588F0C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Adapter: el contrato interno y Gemini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31DDB-3C80-45D2-A4EC-0C0D5501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D8563-B918-4B5D-A0E3-8AB275B0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AiGateway.generate(instruction, input, schema)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CAE64-331F-48A1-9D8D-77555B7C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GeminiAdapter convierte la petición al formato REST del proveedor.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745EDF-CFBF-4507-93E3-89D5C710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backend conserva la clave y establece tiempos de espera.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3DB56-7043-4E0C-AD25-4892EAB9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dominio valida categoría, confianza y campos de la respuesta.</a:t>
            </a:r>
          </a:p>
        </p:txBody>
      </p:sp>
    </p:spTree>
    <p:extLst>
      <p:ext uri="{BB962C8B-B14F-4D97-AF65-F5344CB8AC3E}">
        <p14:creationId xmlns:p14="http://schemas.microsoft.com/office/powerpoint/2010/main" val="15476991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B8D4F-D17F-4CAA-BCD0-C5D46227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Bridge: avisos y entrega independientes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BD334-D1CC-437B-9D0C-D5C723F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AC785-C247-4C9F-95EE-616CC191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Tipos de aviso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A2785-87CD-4FC9-9F0F-DACE5F00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905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ModerationNotice</a:t>
            </a:r>
          </a:p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ClipNotice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3283F-7E6E-460D-B229-C2FE6F77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38325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Mecanismos de entrega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4CEDD-139E-451F-BAA6-FB25F264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DatabaseDelivery</a:t>
            </a:r>
          </a:p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RealtimeDelivery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1D275-E13E-4350-872E-51745312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Notice mantiene una referencia a Delivery y delega el envío</a:t>
            </a:r>
          </a:p>
        </p:txBody>
      </p:sp>
    </p:spTree>
    <p:extLst>
      <p:ext uri="{BB962C8B-B14F-4D97-AF65-F5344CB8AC3E}">
        <p14:creationId xmlns:p14="http://schemas.microsoft.com/office/powerpoint/2010/main" val="1803128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8C693-471D-4693-A315-E7238F8D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Captura, revisión y publicación de clips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14E5D-F7C7-4EE2-B39A-8B6BE73F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06A8A-46BE-43A7-A6FA-E963C8A6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Marcadores manuales y señales de participación identifican momentos.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50414-2F46-45BF-A27B-4B82E510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MediaRecorder produce archivos de video reales.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B5347-08BD-4443-B166-87694778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creador edita y aprueba cada publicación.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d4ff5948b44a0"/>
          <a:stretch xmlns:a="http://schemas.openxmlformats.org/drawingml/2006/main"/>
        </p:blipFill>
        <p:spPr>
          <a:xfrm xmlns:a="http://schemas.openxmlformats.org/drawingml/2006/main">
            <a:off x="5257067" y="1714500"/>
            <a:ext cx="5868865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2019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DEBD2-C21D-4D56-8012-2DB4816F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Una interfaz para computador y celular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AED5A-3C57-4A04-B752-BABFBEC3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2ECA2-5212-47E1-8FBE-88C741AA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Java GWT compila la interfaz para el navegador.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B9C65-7EAC-47C8-B9B0-F403A59E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diseño adapta el menú y los paneles a pantallas pequeñas.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8188D-688E-45F6-809A-02012AE0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La PWA permite agregar la plataforma a la pantalla de inicio.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46504-3A55-42F3-970C-54EF47F6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Las funciones de medios dependen de las capacidades del navegador.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ccbfbf0de4201"/>
          <a:stretch xmlns:a="http://schemas.openxmlformats.org/drawingml/2006/main"/>
        </p:blipFill>
        <p:spPr>
          <a:xfrm xmlns:a="http://schemas.openxmlformats.org/drawingml/2006/main">
            <a:off x="9165219" y="1485900"/>
            <a:ext cx="1386312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D2E46E-8576-4024-8158-825616FF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Publicación en Vercel y Railway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86C8D-4047-4E60-AF19-7EB3DDB6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FE566D-EB01-4138-87F1-D69A48CC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Vercel sirve los archivos compilados del frontend Java.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D1D40-DEB6-4F19-87B5-C392F47BA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Railway ejecuta Spring Boot, PostgreSQL y FFmpeg.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366FC-9489-488A-9031-BFB106BD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Un volumen persistente conserva los videos.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D3C72-AAB2-4AAF-88AB-89F001A0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Gemini se configura como variable privada del backend.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83169-CAF2-4A59-B55E-BD98B22A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Versión actual: una réplica y hasta seis espectadores por directo</a:t>
            </a:r>
          </a:p>
        </p:txBody>
      </p:sp>
    </p:spTree>
    <p:extLst>
      <p:ext uri="{BB962C8B-B14F-4D97-AF65-F5344CB8AC3E}">
        <p14:creationId xmlns:p14="http://schemas.microsoft.com/office/powerpoint/2010/main" val="17051042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F8770-2C2E-4F69-8C99-80590167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Pruebas y 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1A81D-4DA3-4875-AF18-EB0801BE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09EF07-E29E-4760-B51D-54AE4FFD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Verificado localmente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00E98-915E-41A6-BBD7-F7AF2103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381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64 tablas y permisos por canal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Moderación y decisión humana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Video WebRTC entre navegadores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Clip reproducible y recorte real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Navegación móvil sin desbordamiento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DB0F9-1430-4971-807F-31867C05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Demostración sugerida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7B3A8-5BF9-44F6-BFA8-F32735EE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43200"/>
            <a:ext cx="4857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Crear un canal y transmitir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Enviar y revisar un mensaje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Capturar y publicar un clip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Generar un resumen con Gemini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Mostrar los cinco patrones en Java</a:t>
            </a:r>
          </a:p>
        </p:txBody>
      </p:sp>
    </p:spTree>
    <p:extLst>
      <p:ext uri="{BB962C8B-B14F-4D97-AF65-F5344CB8AC3E}">
        <p14:creationId xmlns:p14="http://schemas.microsoft.com/office/powerpoint/2010/main" val="254792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2026-10-01T17:09:18.9670000Z</dcterms:created>
  <dcterms:modified xsi:type="dcterms:W3CDTF">2026-10-01T17:09:18.9670000Z</dcterms:modified>
</coreProperties>
</file>