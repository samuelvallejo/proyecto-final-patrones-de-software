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0d0a7080ad444f" /><Relationship Type="http://schemas.openxmlformats.org/officeDocument/2006/relationships/extended-properties" Target="/docProps/app.xml" Id="R5ba5400d3ffe4197" /><Relationship Type="http://schemas.openxmlformats.org/officeDocument/2006/relationships/officeDocument" Target="/ppt/presentation.xml" Id="Radf76f5d191c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90e877f6e04aec"/>
  </p:sldMasterIdLst>
  <p:notesMasterIdLst>
    <p:notesMasterId xmlns:r="http://schemas.openxmlformats.org/officeDocument/2006/relationships" r:id="R3ebe7f35b1ed401c"/>
  </p:notesMasterIdLst>
  <p:sldIdLst>
    <p:sldId xmlns:r="http://schemas.openxmlformats.org/officeDocument/2006/relationships" id="256" r:id="Rd9e79312984b4392"/>
    <p:sldId xmlns:r="http://schemas.openxmlformats.org/officeDocument/2006/relationships" id="257" r:id="Rf1af6b089ee9472a"/>
    <p:sldId xmlns:r="http://schemas.openxmlformats.org/officeDocument/2006/relationships" id="258" r:id="R5377875000d9433c"/>
    <p:sldId xmlns:r="http://schemas.openxmlformats.org/officeDocument/2006/relationships" id="259" r:id="Rd63204997fb34550"/>
    <p:sldId xmlns:r="http://schemas.openxmlformats.org/officeDocument/2006/relationships" id="260" r:id="R42addce420764281"/>
    <p:sldId xmlns:r="http://schemas.openxmlformats.org/officeDocument/2006/relationships" id="261" r:id="R8079c7851fa84f95"/>
    <p:sldId xmlns:r="http://schemas.openxmlformats.org/officeDocument/2006/relationships" id="262" r:id="Rf800841bdbae4632"/>
    <p:sldId xmlns:r="http://schemas.openxmlformats.org/officeDocument/2006/relationships" id="263" r:id="R8dfe2269e8744325"/>
    <p:sldId xmlns:r="http://schemas.openxmlformats.org/officeDocument/2006/relationships" id="264" r:id="R8037bf54dada41d5"/>
    <p:sldId xmlns:r="http://schemas.openxmlformats.org/officeDocument/2006/relationships" id="265" r:id="Rbedfa14dce144709"/>
    <p:sldId xmlns:r="http://schemas.openxmlformats.org/officeDocument/2006/relationships" id="266" r:id="R1949386374f04361"/>
    <p:sldId xmlns:r="http://schemas.openxmlformats.org/officeDocument/2006/relationships" id="267" r:id="Rf6b5de1f19244841"/>
    <p:sldId xmlns:r="http://schemas.openxmlformats.org/officeDocument/2006/relationships" id="268" r:id="R462dd3a04d79402c"/>
    <p:sldId xmlns:r="http://schemas.openxmlformats.org/officeDocument/2006/relationships" id="269" r:id="R32faf1e56b7641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7104c9c95942b9" /><Relationship Type="http://schemas.openxmlformats.org/officeDocument/2006/relationships/slideMaster" Target="/ppt/slideMasters/slideMaster1.xml" Id="Rf490e877f6e04aec" /><Relationship Type="http://schemas.openxmlformats.org/officeDocument/2006/relationships/notesMaster" Target="/ppt/notesMasters/notesMaster1.xml" Id="R3ebe7f35b1ed401c" /><Relationship Type="http://schemas.openxmlformats.org/officeDocument/2006/relationships/presProps" Target="/ppt/presProps.xml" Id="R45e4f762aef0459b" /><Relationship Type="http://schemas.openxmlformats.org/officeDocument/2006/relationships/tableStyles" Target="/ppt/tableStyles.xml" Id="R145a82a62fa7417e" /><Relationship Type="http://schemas.openxmlformats.org/officeDocument/2006/relationships/slide" Target="/ppt/slides/slide1.xml" Id="Rd9e79312984b4392" /><Relationship Type="http://schemas.openxmlformats.org/officeDocument/2006/relationships/slide" Target="/ppt/slides/slide2.xml" Id="Rf1af6b089ee9472a" /><Relationship Type="http://schemas.openxmlformats.org/officeDocument/2006/relationships/slide" Target="/ppt/slides/slide3.xml" Id="R5377875000d9433c" /><Relationship Type="http://schemas.openxmlformats.org/officeDocument/2006/relationships/slide" Target="/ppt/slides/slide4.xml" Id="Rd63204997fb34550" /><Relationship Type="http://schemas.openxmlformats.org/officeDocument/2006/relationships/slide" Target="/ppt/slides/slide5.xml" Id="R42addce420764281" /><Relationship Type="http://schemas.openxmlformats.org/officeDocument/2006/relationships/slide" Target="/ppt/slides/slide6.xml" Id="R8079c7851fa84f95" /><Relationship Type="http://schemas.openxmlformats.org/officeDocument/2006/relationships/slide" Target="/ppt/slides/slide7.xml" Id="Rf800841bdbae4632" /><Relationship Type="http://schemas.openxmlformats.org/officeDocument/2006/relationships/slide" Target="/ppt/slides/slide8.xml" Id="R8dfe2269e8744325" /><Relationship Type="http://schemas.openxmlformats.org/officeDocument/2006/relationships/slide" Target="/ppt/slides/slide9.xml" Id="R8037bf54dada41d5" /><Relationship Type="http://schemas.openxmlformats.org/officeDocument/2006/relationships/slide" Target="/ppt/slides/slide10.xml" Id="Rbedfa14dce144709" /><Relationship Type="http://schemas.openxmlformats.org/officeDocument/2006/relationships/slide" Target="/ppt/slides/slide11.xml" Id="R1949386374f04361" /><Relationship Type="http://schemas.openxmlformats.org/officeDocument/2006/relationships/slide" Target="/ppt/slides/slide12.xml" Id="Rf6b5de1f19244841" /><Relationship Type="http://schemas.openxmlformats.org/officeDocument/2006/relationships/slide" Target="/ppt/slides/slide13.xml" Id="R462dd3a04d79402c" /><Relationship Type="http://schemas.openxmlformats.org/officeDocument/2006/relationships/slide" Target="/ppt/slides/slide14.xml" Id="R32faf1e56b7641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9e5f39245343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756fe5a7f94fa8" /><Relationship Type="http://schemas.openxmlformats.org/officeDocument/2006/relationships/notesMaster" Target="/ppt/notesMasters/notesMaster1.xml" Id="R06f429e26ada49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10c8b4d3794048" /><Relationship Type="http://schemas.openxmlformats.org/officeDocument/2006/relationships/notesMaster" Target="/ppt/notesMasters/notesMaster1.xml" Id="Rabe4454b5b5240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f3b654d3e30444f" /><Relationship Type="http://schemas.openxmlformats.org/officeDocument/2006/relationships/notesMaster" Target="/ppt/notesMasters/notesMaster1.xml" Id="R06f5a8a0629945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582e9dddea4a82" /><Relationship Type="http://schemas.openxmlformats.org/officeDocument/2006/relationships/notesMaster" Target="/ppt/notesMasters/notesMaster1.xml" Id="R2d96789e8e8f48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1998d982564c4e" /><Relationship Type="http://schemas.openxmlformats.org/officeDocument/2006/relationships/notesMaster" Target="/ppt/notesMasters/notesMaster1.xml" Id="Rabeaf0ceef2d42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e09811a9b244af" /><Relationship Type="http://schemas.openxmlformats.org/officeDocument/2006/relationships/notesMaster" Target="/ppt/notesMasters/notesMaster1.xml" Id="Reac050ce679947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628edc48254fcb" /><Relationship Type="http://schemas.openxmlformats.org/officeDocument/2006/relationships/notesMaster" Target="/ppt/notesMasters/notesMaster1.xml" Id="R6de64d3854d447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f528ec583c4ec0" /><Relationship Type="http://schemas.openxmlformats.org/officeDocument/2006/relationships/notesMaster" Target="/ppt/notesMasters/notesMaster1.xml" Id="Rd2484f1d5c3a4a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e9b6d3736241d0" /><Relationship Type="http://schemas.openxmlformats.org/officeDocument/2006/relationships/notesMaster" Target="/ppt/notesMasters/notesMaster1.xml" Id="R451627bb8ce440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87f20385ce4891" /><Relationship Type="http://schemas.openxmlformats.org/officeDocument/2006/relationships/notesMaster" Target="/ppt/notesMasters/notesMaster1.xml" Id="R34a8575197884f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ae87ff3b9c4b53" /><Relationship Type="http://schemas.openxmlformats.org/officeDocument/2006/relationships/notesMaster" Target="/ppt/notesMasters/notesMaster1.xml" Id="R2d3fdc92a58248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52070234604489" /><Relationship Type="http://schemas.openxmlformats.org/officeDocument/2006/relationships/notesMaster" Target="/ppt/notesMasters/notesMaster1.xml" Id="Rf45219c830864b1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5510b2fed74a6e" /><Relationship Type="http://schemas.openxmlformats.org/officeDocument/2006/relationships/notesMaster" Target="/ppt/notesMasters/notesMaster1.xml" Id="Re18ce4c6e5fb44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dd054f9069645dc" /><Relationship Type="http://schemas.openxmlformats.org/officeDocument/2006/relationships/notesMaster" Target="/ppt/notesMasters/notesMaster1.xml" Id="R7ff702313f234b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Caso de estudio: comunidades de streaming con alto volumen de chat y necesidad de crear clips. La aplicación usa frontend TypeScript, backend Java Spring Boot, PostgreSQL y Gemini. Los integrantes pueden agregar sus nombres en esta portada.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caso proviene del contexto entregado por el usuario. La captura muestra la aplicación implementada, sin cifras de mercado inventadas.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Frontend escrito en TypeScript estricto y compilado con Vite. El backend Java protege claves, aplica permisos y conecta PostgreSQL y Gemini. El video WebRTC fluye entre navegadores. Referencias: https://vite.dev/guide/ https://docs.railway.com/guides/spring-boot https://ai.google.dev/gemini-api/docs/structured-output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64 tablas de dominio y 101 referencias de clave foránea derivadas de la migración V1. flyway_schema_history es una tabla técnica adicional y no cuenta para el requisito. Las extensiones de suscripciones, webhooks, emotes y listas no tienen flujos completos en esta versión.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ChatService acepta el mensaje en una transacción corta. AiService registra entrada y respuesta. La política y el producto de Factory Method determinan la acción. Una clasificación UNCERTAIN siempre va a revisión humana.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backend/src/main/java/com/streamguard/patterns/ModerationPolicy.java. PlatformService.policy() reconstruye una política desde las tablas. PlatformController la crea antes de guardar configuración. PatternsTest verifica umbrales y listas inmutables.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backend/src/main/java/com/streamguard/patterns/ModerationActionCreator.java. createAction() es el método fábrica sobrescrito por cada creador. execute(Context) contiene el algoritmo consumidor común. ChatService selecciona el creador según la política y clasificación.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backend/src/main/java/com/streamguard/patterns/AiToolkitFactory.java. AiService escoge la familia. Los productos ModerationAnalyzer y EditorialAssistant comparten un contrato interno. La familia local indica explícitamente que no hace análisis semántico por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backend/src/main/java/com/streamguard/ai/GeminiAdapter.java. Implementa AiGateway. Envía systemInstruction, contents y generationConfig por REST, extrae el texto de la envoltura candidates/content/parts y valida el JSON en los productos de la fábrica. Referencia: https://ai.google.dev/gemini-api/docs/structured-output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Código: backend/src/main/java/com/streamguard/patterns/NotificationBridge.java. ModerationNotice y ClipNotice delegan en Delivery. DatabaseDelivery guarda el aviso. RealtimeDelivery añade difusión a las conexiones del usuario. La prueba usa una implementación registradora de Delivery.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captura de la aplicación procede de pruebas con cámara sintética. El navegador conserva segmentos breves, de aproximadamente 15 segundos. Un marcador manual o señales de chat/audio solicita el segmento. FFmpeg valida y recorta. El dueño aprueba la publicación.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Captura móvil de 390 px obtenida en Chrome mediante Playwright. Se verificaron navegación, formulario y ausencia de desbordamiento horizontal. La cámara requiere HTTPS. Grabación, pantalla y voz dependen de las APIs del navegador.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despliegues están preparados, pero el usuario realizará la publicación y configuración de cuentas. Guía: docs/DESPLIEGUE.md. Vercel compila el frontend mediante scripts/build-web.mjs. Railway ejecuta el Dockerfile con Java y FFmpeg. Referencias: https://vercel.com/docs/builds/configure-a-build https://docs.railway.com/guides/spring-boot https://docs.railway.com/volumes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PatternsTest y PlatformIntegrationTest: 10 pruebas aprobadas con PostgreSQL y FFmpeg. scripts/browser-test.cjs: 13 comprobaciones aprobadas con navegadores independientes y cámara sintética. TypeScript estricto y catálogos verificados. Las llamadas reales a Gemini y la publicación en nube requieren las credenciales del propietario.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544848dc243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33839be7854729" /><Relationship Type="http://schemas.openxmlformats.org/officeDocument/2006/relationships/slideLayout" Target="/ppt/slideLayouts/slideLayout1.xml" Id="R56d79b558e4d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79b558e4d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85ce0c0034bc8" /><Relationship Type="http://schemas.openxmlformats.org/officeDocument/2006/relationships/notesSlide" Target="/ppt/notesSlides/notesSlide1.xml" Id="R8e4faa1604f643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c258f04074067" /><Relationship Type="http://schemas.openxmlformats.org/officeDocument/2006/relationships/image" Target="/ppt/media/image.png" Id="Re10c126808a44195" /><Relationship Type="http://schemas.openxmlformats.org/officeDocument/2006/relationships/notesSlide" Target="/ppt/notesSlides/notesSlide2.xml" Id="R6588d4ffd129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34272273a04d80" /><Relationship Type="http://schemas.openxmlformats.org/officeDocument/2006/relationships/notesSlide" Target="/ppt/notesSlides/notesSlide3.xml" Id="Rceb566b8a68341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e98631f9443b3" /><Relationship Type="http://schemas.openxmlformats.org/officeDocument/2006/relationships/notesSlide" Target="/ppt/notesSlides/notesSlide4.xml" Id="R0d6ec1204c484e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5d67f075c4cea" /><Relationship Type="http://schemas.openxmlformats.org/officeDocument/2006/relationships/notesSlide" Target="/ppt/notesSlides/notesSlide5.xml" Id="R7b15e9a8141742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db0abd81f4021" /><Relationship Type="http://schemas.openxmlformats.org/officeDocument/2006/relationships/notesSlide" Target="/ppt/notesSlides/notesSlide6.xml" Id="Re58b7bca483c49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3c1ecf58444e8" /><Relationship Type="http://schemas.openxmlformats.org/officeDocument/2006/relationships/notesSlide" Target="/ppt/notesSlides/notesSlide7.xml" Id="R407e70f4ed4447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c478064434ed0" /><Relationship Type="http://schemas.openxmlformats.org/officeDocument/2006/relationships/notesSlide" Target="/ppt/notesSlides/notesSlide8.xml" Id="R28c7d1f94a514f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e38a112c546b2" /><Relationship Type="http://schemas.openxmlformats.org/officeDocument/2006/relationships/notesSlide" Target="/ppt/notesSlides/notesSlide9.xml" Id="Rb04c74cc20a148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d7f38e2164472" /><Relationship Type="http://schemas.openxmlformats.org/officeDocument/2006/relationships/notesSlide" Target="/ppt/notesSlides/notesSlide10.xml" Id="R771e9b0ae8844a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9850a4ac642b2" /><Relationship Type="http://schemas.openxmlformats.org/officeDocument/2006/relationships/image" Target="/ppt/media/image2.png" Id="Rdcb48341ca914540" /><Relationship Type="http://schemas.openxmlformats.org/officeDocument/2006/relationships/notesSlide" Target="/ppt/notesSlides/notesSlide11.xml" Id="Rd4787542f1d645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b1f500a7b419a" /><Relationship Type="http://schemas.openxmlformats.org/officeDocument/2006/relationships/image" Target="/ppt/media/image3.png" Id="R0f5b98caa43046c2" /><Relationship Type="http://schemas.openxmlformats.org/officeDocument/2006/relationships/notesSlide" Target="/ppt/notesSlides/notesSlide12.xml" Id="Rb9a9cb63aba648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54e45a9a0c47ed" /><Relationship Type="http://schemas.openxmlformats.org/officeDocument/2006/relationships/notesSlide" Target="/ppt/notesSlides/notesSlide13.xml" Id="R8aae6b108e634f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e03de1e7f401f" /><Relationship Type="http://schemas.openxmlformats.org/officeDocument/2006/relationships/notesSlide" Target="/ppt/notesSlides/notesSlide14.xml" Id="Rfa7cc81f134247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5366B-F9DE-4CC3-9DE7-1D5C02CE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47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StreamGuard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B24D2-0BAB-4038-A1ED-20017BAE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Streaming en vivo con moderación asistida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647EA-E585-4E6D-BEE0-4122E3FE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Proyecto final de patrones de software</a:t>
            </a:r>
          </a:p>
        </p:txBody>
      </p:sp>
    </p:spTree>
    <p:extLst>
      <p:ext uri="{BB962C8B-B14F-4D97-AF65-F5344CB8AC3E}">
        <p14:creationId xmlns:p14="http://schemas.microsoft.com/office/powerpoint/2010/main" val="16333801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92BA8F-8A11-4004-8EEC-415D2105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problema en una transmisión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4F562-3698-4171-BA19-6B4D10BC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A812E-D7A0-453E-8D91-1AE76912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chat crece más rápido que la capacidad de revisión humana.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819D3-6184-44F3-9446-57564107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Las infracciones necesitan contexto y una respuesta oportuna.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DCAA3-C30A-4FA5-81D2-76C9E7EE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00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Encontrar momentos útiles exige revisar contenido del directo.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c126808a44195"/>
          <a:stretch xmlns:a="http://schemas.openxmlformats.org/drawingml/2006/main"/>
        </p:blipFill>
        <p:spPr>
          <a:xfrm xmlns:a="http://schemas.openxmlformats.org/drawingml/2006/main">
            <a:off x="5311880" y="1571625"/>
            <a:ext cx="5902114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6107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9802A-AA93-4799-B8D2-F20C58DC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Arquitectura de cuatro capas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A010E7-35A9-4DEE-8C95-B4D4266B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200650"/>
              </a:tblGrid>
              <a:tr h="7429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Capa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Tecnología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Responsabilidad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Frontend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TypeScript / Vite / PWA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Interfaz y solicitudes HTTP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Backend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Java 21 / Spring Boot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Permisos y casos de uso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Base de datos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PostgreSQL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Estado e historial persistente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Gemini por REST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Clasificación y apoyo editorial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5A68F-B785-492F-8096-F60995CF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El backend protege la base de datos y la clave de Gemini</a:t>
            </a:r>
          </a:p>
        </p:txBody>
      </p:sp>
    </p:spTree>
    <p:extLst>
      <p:ext uri="{BB962C8B-B14F-4D97-AF65-F5344CB8AC3E}">
        <p14:creationId xmlns:p14="http://schemas.microsoft.com/office/powerpoint/2010/main" val="16425434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91FF7-4205-4CA9-827B-2539C0C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Modelo relacional del dominio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EDB1C-D0D5-4FE3-9B40-8610A727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B659F-FC92-4068-86C8-A366AAB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64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6CD3A-6CA2-4ECD-8655-EDD71490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86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tablas de dominio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C76E5-D1E6-4F75-B1ED-9550EA1D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101 relaciones por clave foránea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D5405-3F9F-4735-AFC3-D2939A94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6212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Usuarios y propiedad de canales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3CBFC-9DC8-4290-B11B-1F3CE46E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3367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Chat, decisiones, sanciones e historial de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0395F-6283-45AC-A8FD-0220CD04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0522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Archivos, clips, versiones y subtítulos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184F7-04E4-4C17-8396-12E5E199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76775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Índices, restricciones y migraciones Flyway</a:t>
            </a:r>
          </a:p>
        </p:txBody>
      </p:sp>
    </p:spTree>
    <p:extLst>
      <p:ext uri="{BB962C8B-B14F-4D97-AF65-F5344CB8AC3E}">
        <p14:creationId xmlns:p14="http://schemas.microsoft.com/office/powerpoint/2010/main" val="959939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15F6BF-93BF-4C0A-B8BF-175C1DFD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recorrido de un mensaje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36EF4-A30C-4C51-9D5E-F80CF194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97746-1C62-45F6-9F6D-D8D7745D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1. Validar sesión, directo, sanciones y frecuencia de envío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A78C9-9F44-449D-935B-2226B75D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2. Clasificar con las reglas del canal y Gemini disponible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A62605-FFF7-401E-AB89-3AECFA0E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3. Aplicar una acción y conservar el motivo de la decisión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4093D-944A-4788-9CE4-2BA8B099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4. Dar al moderador los casos que requieren contexto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0CAB4-19EB-49FB-A397-A3B95BB4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Una respuesta inválida del proveedor genera revisión humana</a:t>
            </a:r>
          </a:p>
        </p:txBody>
      </p:sp>
    </p:spTree>
    <p:extLst>
      <p:ext uri="{BB962C8B-B14F-4D97-AF65-F5344CB8AC3E}">
        <p14:creationId xmlns:p14="http://schemas.microsoft.com/office/powerpoint/2010/main" val="5604863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6E46D-8408-4D67-B40A-24FF06C5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Builder: políticas de moderación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D2B68-B8E4-48F6-BC0F-6F75CE0D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4133D-CDEA-480D-A640-3A42425F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Construye un objeto de reglas completo e inmutable.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60C33-F2D7-4452-80E6-7EB376C6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Valida duración del silencio y relación entre umbrales.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17AFA-4A2F-4CA2-8FB5-8437C7C0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Copia las listas para impedir cambios durante el análisis.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3F8DC-BCD7-405C-90D4-552137E1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8577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ModerationPolicy.Builder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level("STRICT")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autoHide(true)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muteSeconds(300)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thresholds(0.4, 0.7)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blockedWords(...)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build()</a:t>
            </a:r>
          </a:p>
        </p:txBody>
      </p:sp>
    </p:spTree>
    <p:extLst>
      <p:ext uri="{BB962C8B-B14F-4D97-AF65-F5344CB8AC3E}">
        <p14:creationId xmlns:p14="http://schemas.microsoft.com/office/powerpoint/2010/main" val="20035803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493DF-AFF1-4707-9051-FFC53290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Factory Method: acciones del chat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9BA6D-2BF7-416E-B033-297EB4E6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3DBAD-1E1A-41A0-86A8-57F395A2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creador define el contrato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A95226-CC62-422B-8EBD-41F2943F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5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execute(context)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createAction()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action.apply(context)</a:t>
            </a:r>
          </a:p>
          <a:p xmlns:a="http://schemas.openxmlformats.org/drawingml/2006/main">
            <a:pPr>
              <a:defRPr sz="21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return action.status()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5A855-8847-4320-90A5-F1AF1B27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Cada producto aplica sus efectos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D243B-1218-41CB-96DE-0DF90006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AllowAction: mostrar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ReviewAction: enviar a revisión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HideAction: ocultar y advertir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MuteAction: aplicar silencio temporal</a:t>
            </a:r>
          </a:p>
        </p:txBody>
      </p:sp>
    </p:spTree>
    <p:extLst>
      <p:ext uri="{BB962C8B-B14F-4D97-AF65-F5344CB8AC3E}">
        <p14:creationId xmlns:p14="http://schemas.microsoft.com/office/powerpoint/2010/main" val="6109470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D0678-A759-4389-9E8D-0D30C4BC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Abstract Factory: familias de capacidades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51F7C-4742-4CD9-AE67-7C188AF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905250"/>
                <a:gridCol w="4438650"/>
              </a:tblGrid>
              <a:tr h="920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Familia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ModerationAnalyzer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B2F771"/>
                          </a:solidFill>
                          <a:latin typeface="Arial"/>
                          <a:ea typeface="Arial"/>
                          <a:cs typeface="Arial"/>
                        </a:rPr>
                        <a:t>EditorialAssistant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GeminiToolkit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Clasificación semántica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Resumen y metadatos por IA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  <a:tr h="920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LocalToolkit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Palabras, enlaces y reglas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FF4EF"/>
                          </a:solidFill>
                          <a:latin typeface="Arial"/>
                          <a:ea typeface="Arial"/>
                          <a:cs typeface="Arial"/>
                        </a:rPr>
                        <a:t>Metadatos locales identificados</a:t>
                      </a:r>
                    </a:p>
                  </a:txBody>
                  <a:tcPr marL="91440" marR="91440" marT="45720" marB="45720">
                    <a:solidFill>
                      <a:srgbClr val="10141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51662-EAF7-4421-964D-D8519D37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El consumidor usa contratos uniformes para ambos productos</a:t>
            </a:r>
          </a:p>
        </p:txBody>
      </p:sp>
    </p:spTree>
    <p:extLst>
      <p:ext uri="{BB962C8B-B14F-4D97-AF65-F5344CB8AC3E}">
        <p14:creationId xmlns:p14="http://schemas.microsoft.com/office/powerpoint/2010/main" val="1981078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FD3023-3863-4B59-9A07-BF9BFE0F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Adapter: el contrato interno y Gemini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49EC6-1767-4149-B694-EC3EF418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A28AD-0892-48AD-9BCD-58E3E5E8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AiGateway.generate(instruction, input, schema)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B1B67-BDDA-4DEB-A8D8-203A6E6C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GeminiAdapter convierte la petición al formato REST del proveedor.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84785-FF9B-43BB-81A3-D4613D69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backend conserva la clave y establece tiempos de espera.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4A549-47ED-4DE7-AEA0-984FBE11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096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dominio valida categoría, confianza y campos de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3880552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CECAD-22CB-4809-8D54-F5498A5E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Bridge: avisos y entrega independientes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79CAF-0E05-4164-B010-431658D3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BC046-B05E-437D-995F-501F869B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905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Tipos de aviso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C1541-E48D-4E6D-B959-34DB4325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9053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ModerationNotice</a:t>
            </a:r>
          </a:p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ClipNotice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E3754-CE70-4034-9D67-EB686590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38325"/>
            <a:ext cx="5000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Mecanismos de entrega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79B23-C43E-4998-B57D-882C108F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50006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DatabaseDelivery</a:t>
            </a:r>
          </a:p>
          <a:p xmlns:a="http://schemas.openxmlformats.org/drawingml/2006/main">
            <a:pPr>
              <a:defRPr sz="255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RealtimeDelivery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098BA-4A36-4125-AFA5-B1F3AF16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Notice mantiene una referencia a Delivery y delega el envío</a:t>
            </a:r>
          </a:p>
        </p:txBody>
      </p:sp>
    </p:spTree>
    <p:extLst>
      <p:ext uri="{BB962C8B-B14F-4D97-AF65-F5344CB8AC3E}">
        <p14:creationId xmlns:p14="http://schemas.microsoft.com/office/powerpoint/2010/main" val="11941872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F5C5E-267B-40AC-B1A2-1A70AF9D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Captura, revisión y publicación de clips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2F8C4-1360-4158-BEAA-56B74E3C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51A2C7-35C5-4EF9-A30E-286D63EA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Marcadores manuales y señales de participación identifican momentos.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8426E-3B92-4EDF-8CB0-5798DAD7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MediaRecorder produce archivos de video reales.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B3C94-4D0C-4D13-8C10-B7371A20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3810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creador edita y aprueba cada publicación.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b48341ca914540"/>
          <a:stretch xmlns:a="http://schemas.openxmlformats.org/drawingml/2006/main"/>
        </p:blipFill>
        <p:spPr>
          <a:xfrm xmlns:a="http://schemas.openxmlformats.org/drawingml/2006/main">
            <a:off x="5257067" y="1714500"/>
            <a:ext cx="5868865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2002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22A534-2A65-4891-A20A-9D0A53D1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Una interfaz para computador y celular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1D912-C854-4096-BE72-EADE347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DBBB3-B2B1-40BD-B5D0-EAE05D36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Vite compila TypeScript para el navegador.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D95F96-A323-4FDA-996F-56D15E1C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El diseño adapta el menú y los paneles a pantallas pequeñas.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895CB-A9C3-48A2-9B25-97B35A1D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 PWA permite agregar la plataforma a la pantalla de inicio.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A45BE-D4C9-4094-986D-B9041C10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704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Las funciones de medios dependen de las capacidades del navegador.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b98caa43046c2"/>
          <a:stretch xmlns:a="http://schemas.openxmlformats.org/drawingml/2006/main"/>
        </p:blipFill>
        <p:spPr>
          <a:xfrm xmlns:a="http://schemas.openxmlformats.org/drawingml/2006/main">
            <a:off x="9165219" y="1485900"/>
            <a:ext cx="1386312" cy="4667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99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4504D1-8388-435C-8ACD-C58DC7FB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Publicación en Vercel y Railway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158F5-D904-4C09-9E84-A7437A91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0D9D1-310A-4F80-809E-0093DC32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Vercel sirve el frontend TypeScript compilado con Vite.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9104B-A171-4A7C-A77C-87EAD646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Railway ejecuta Spring Boot, PostgreSQL y FFmpeg.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27160-9ACE-41E7-B97A-DA46B462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Un volumen persistente conserva los videos.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8CFC7-539C-4C96-84CD-F81ED121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Gemini se configura como variable privada del backend.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57728-97D9-46C0-90CB-5F927391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B2F771"/>
                </a:solidFill>
                <a:latin typeface="Arial"/>
                <a:ea typeface="Arial"/>
                <a:cs typeface="Arial"/>
              </a:rPr>
              <a:t>Versión actual: una réplica y hasta seis espectadores por directo</a:t>
            </a:r>
          </a:p>
        </p:txBody>
      </p:sp>
    </p:spTree>
    <p:extLst>
      <p:ext uri="{BB962C8B-B14F-4D97-AF65-F5344CB8AC3E}">
        <p14:creationId xmlns:p14="http://schemas.microsoft.com/office/powerpoint/2010/main" val="1710401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4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94728-85E6-4B1A-86D7-C76501CB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FF4EF"/>
                </a:solidFill>
                <a:latin typeface="Arial"/>
                <a:ea typeface="Arial"/>
                <a:cs typeface="Arial"/>
              </a:rPr>
              <a:t>Pruebas y demostración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D9019-3615-46A5-8E9C-0F9D321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1B3A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1B3A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86DA9-3C0E-4B52-B103-FA4B413B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Verificado localmente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C2A88-79A9-4C38-838F-C9E04909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3816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64 tablas y permisos por canal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Moderación y decisión humana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Video WebRTC entre navegadores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Clip reproducible y recorte real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Navegación móvil sin desbordamiento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ABBD3-2B23-47B0-9F20-8C3C9BC7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097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2F771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2F771"/>
                </a:solidFill>
                <a:latin typeface="Arial"/>
                <a:ea typeface="Arial"/>
                <a:cs typeface="Arial"/>
              </a:rPr>
              <a:t>Demostración sugerida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362A9-9F7B-40AF-B9D2-D379DE1F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743200"/>
            <a:ext cx="4857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Crear un canal y transmitir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Enviar y revisar un mensaje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Capturar y publicar un clip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Generar un resumen con Gemini</a:t>
            </a:r>
          </a:p>
          <a:p xmlns:a="http://schemas.openxmlformats.org/drawingml/2006/main">
            <a:pPr>
              <a:defRPr sz="2100" b="0">
                <a:solidFill>
                  <a:srgbClr val="EFF4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EFF4EF"/>
                </a:solidFill>
                <a:latin typeface="Arial"/>
                <a:ea typeface="Arial"/>
                <a:cs typeface="Arial"/>
              </a:rPr>
              <a:t>Mostrar los cinco patrones en Java</a:t>
            </a:r>
          </a:p>
        </p:txBody>
      </p:sp>
    </p:spTree>
    <p:extLst>
      <p:ext uri="{BB962C8B-B14F-4D97-AF65-F5344CB8AC3E}">
        <p14:creationId xmlns:p14="http://schemas.microsoft.com/office/powerpoint/2010/main" val="923127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2026-10-01T20:20:33.8610000Z</dcterms:created>
  <dcterms:modified xsi:type="dcterms:W3CDTF">2026-10-01T20:20:33.8610000Z</dcterms:modified>
</coreProperties>
</file>